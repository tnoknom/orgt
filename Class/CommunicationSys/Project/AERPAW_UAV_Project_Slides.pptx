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UAV-Assisted Emergency Communication</a:t>
            </a:r>
          </a:p>
          <a:p>
            <a:r>
              <a:t>(AERPAW Project)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Indoor–Outdoor Localization + Adaptive Relay Optimization</a:t>
            </a:r>
          </a:p>
          <a:p>
            <a:r>
              <a:t>Generated slides with key plots and talking points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Goal: Restore emergency communications using UAV relays guided by indoor/outdoor localization.</a:t>
            </a:r>
          </a:p>
          <a:p>
            <a:pPr/>
            <a:r>
              <a:t>• Use AERPAW testbed for UAV + SDR experimentation (SDR/USRP, GNU Radio).</a:t>
            </a:r>
          </a:p>
          <a:p>
            <a:pPr/>
            <a:r>
              <a:t>• Localization: Outdoor (GPS), Indoor (RSSI fingerprinting / ToF / AoA).</a:t>
            </a:r>
          </a:p>
          <a:p>
            <a:pPr/>
            <a:r>
              <a:t>• Adaptive UAV placement improves coverage, throughput, and reliability.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Ground users (indoor + outdoor) → Localization module → UAV relay (SDR) → Command center</a:t>
            </a:r>
          </a:p>
          <a:p>
            <a:pPr/>
            <a:r>
              <a:t>Key components: USRP on UAV, RSSI collectors indoors, GPS outdoors, NS-3/GNU Radio for experiments.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Positions and UAV Placements</a:t>
            </a:r>
          </a:p>
        </p:txBody>
      </p:sp>
      <p:pic>
        <p:nvPicPr>
          <p:cNvPr id="3" name="Picture 2" descr="positions_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5325695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120640" y="1463040"/>
            <a:ext cx="2743200" cy="4114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/>
          <a:p>
            <a:pPr>
              <a:defRPr sz="1200"/>
            </a:pPr>
            <a:r>
              <a:t>• Blue = outdoor users; square = indoor users (building offset).</a:t>
            </a:r>
          </a:p>
          <a:p>
            <a:pPr>
              <a:defRPr sz="1200"/>
            </a:pPr>
            <a:r>
              <a:t>• UAV initial at (0,0). Centroid and weighted centroid shown.</a:t>
            </a:r>
          </a:p>
          <a:p>
            <a:pPr>
              <a:defRPr sz="1200"/>
            </a:pPr>
            <a:r>
              <a:t>• Weighted centroid prioritizes indoor users (higher weight) to improve indoor coverage.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Throughput Comparison (Average)</a:t>
            </a:r>
          </a:p>
        </p:txBody>
      </p:sp>
      <p:pic>
        <p:nvPicPr>
          <p:cNvPr id="3" name="Picture 2" descr="throughput_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4670277" cy="3200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754880" y="1463040"/>
            <a:ext cx="27432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• Centroid and weighted placements increase average throughput vs initial position.</a:t>
            </a:r>
          </a:p>
          <a:p>
            <a:pPr>
              <a:defRPr sz="1200"/>
            </a:pPr>
            <a:r>
              <a:t>• Weighted placement may slightly favor indoor users at small cost to some outdoor users.</a:t>
            </a:r>
          </a:p>
          <a:p>
            <a:pPr>
              <a:defRPr sz="1200"/>
            </a:pPr>
            <a:r>
              <a:t>• Use these results to justify adaptive UAV positioning in field tests.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Communication Experiments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Suggested experiments to run on AERPAW:</a:t>
            </a:r>
          </a:p>
          <a:p>
            <a:pPr/>
            <a:r>
              <a:t>• GNU Radio OFDM link (BPSK/QPSK/16-QAM) between ground node ↔ UAV (USRP).</a:t>
            </a:r>
          </a:p>
          <a:p>
            <a:pPr/>
            <a:r>
              <a:t>• Spectrum sensing algorithm for dynamic channel selection.</a:t>
            </a:r>
          </a:p>
          <a:p>
            <a:pPr/>
            <a:r>
              <a:t>• Measure BER vs SNR and throughput vs UAV altitude/position.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• Localization-aware UAV relays can significantly improve emergency communications.</a:t>
            </a:r>
          </a:p>
          <a:p>
            <a:pPr/>
            <a:r>
              <a:t>• Indoor localization is critical — weighted UAV placement helps serve indoor users.</a:t>
            </a:r>
          </a:p>
          <a:p>
            <a:pPr/>
            <a:r>
              <a:t>• Next: port communication flowgraphs to USRPs and run on AERPAW; validate with real RSSI/GPS data.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